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isovalent</a:t>
            </a:r>
          </a:p>
          <a:p>
            <a:r>
              <a:t>ACTUAL   ·   tenant.json   ·   uni/tn-isovalent</a:t>
            </a:r>
          </a:p>
          <a:p>
            <a:r>
              <a:t>Live fabric matches NAC intent for AP / ESG membership, selectors, and C/P attachments.  Rendered from a saved APIC tenant.json (no credentials stored).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n-isovalent-actual-apic.__sl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9152" y="164592"/>
            <a:ext cx="7053693" cy="652881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