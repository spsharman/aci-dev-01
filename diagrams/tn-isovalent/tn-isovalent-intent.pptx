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isovalent</a:t>
            </a:r>
          </a:p>
          <a:p>
            <a:r>
              <a:t>INTENT   ·   configuration-v13.nac.yaml   ·   desired VRF / AP / ESG / contracts</a:t>
            </a:r>
          </a:p>
          <a:p>
            <a:r>
              <a:t>Defined but not attached in NAC:  intra-tenant  ·  permit-to-egress-subnet  ·  permit-from-lab-desktops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n-isovalent-intent._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52" y="164592"/>
            <a:ext cx="7053693" cy="6528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